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640080"/>
            <a:ext cx="2011680" cy="2011680"/>
          </a:xfrm>
          <a:prstGeom prst="ellipse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2194560"/>
            <a:ext cx="1097280" cy="1097280"/>
          </a:xfrm>
          <a:prstGeom prst="ellipse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3931920"/>
            <a:ext cx="1371600" cy="1371600"/>
          </a:xfrm>
          <a:prstGeom prst="ellipse">
            <a:avLst/>
          </a:prstGeom>
          <a:solidFill>
            <a:srgbClr val="254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2B7BE"/>
                </a:solidFill>
                <a:latin typeface="Aptos"/>
              </a:defRPr>
            </a:pPr>
            <a:r>
              <a:t>OPERATING SYSTEMS •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Linux Job Scheduler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and Task Automation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CE6F2"/>
                </a:solidFill>
                <a:latin typeface="Aptos"/>
              </a:defRPr>
            </a:pPr>
            <a:r>
              <a:t>A terminal-based C application for scheduling approved programs at future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Monisha Raghini Chelle  •  2520030537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Shaik Sabiya Tabassum  •  2520030502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K. Siri Chandana  •  2520030453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DE1"/>
                </a:solidFill>
                <a:latin typeface="Aptos"/>
              </a:defRPr>
            </a:pPr>
            <a:r>
              <a:t>Department of Computer Science and Engineering  |  K L (Deemed to be)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Why build a small scheduler instead of starting each program manually?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035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Users may need programs to run at a specified time. Manual execution requires attention, and without logs it can be difficult to confirm what happened.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035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73152" cy="182880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764792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21992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A menu-driven Linux application accepts an approved program and future time, monitors due jobs while open, executes them, and records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2341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Validate program choice and scheduled date/time.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Persist job records and assign job IDs.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Execute due tasks and capture output plus exit status.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Allow users to view status/logs and cancel pending jobs.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Scope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One-time scheduling with a restricted allowlist of programs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Displays the date/time at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5780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508760"/>
            <a:ext cx="73152" cy="123444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673351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echo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13055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Prints a user-provided 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525780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17520"/>
            <a:ext cx="73152" cy="1234440"/>
          </a:xfrm>
          <a:prstGeom prst="rect">
            <a:avLst/>
          </a:prstGeom>
          <a:solidFill>
            <a:srgbClr val="23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18211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63931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Success case: exit code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525780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017520"/>
            <a:ext cx="73152" cy="12344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182112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3931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Failure case: non-zero exit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Menu: schedule, list jobs, view status/logs, cancel pending job, exit.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Foreground-only: the application must remain running to monitor due jobs.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System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Responsibilities are separated across C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8288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212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User /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974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main.c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menu.c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18288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32B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212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Job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6974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job_manager.c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validate +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011680"/>
            <a:ext cx="18288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212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6974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scheduler.c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due-time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8288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23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2212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Process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6974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process_manager.c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execute + collect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011680"/>
            <a:ext cx="18288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2212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Job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2697480"/>
            <a:ext cx="1600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job_storage.c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232B37"/>
                </a:solidFill>
                <a:latin typeface="Aptos"/>
              </a:defRPr>
            </a:pPr>
            <a:r>
              <a:t>jobs.db + logs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50592" y="2487168"/>
            <a:ext cx="365760" cy="320040"/>
          </a:xfrm>
          <a:prstGeom prst="rightArrow">
            <a:avLst/>
          </a:prstGeom>
          <a:solidFill>
            <a:srgbClr val="5F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736592" y="2487168"/>
            <a:ext cx="365760" cy="320040"/>
          </a:xfrm>
          <a:prstGeom prst="rightArrow">
            <a:avLst/>
          </a:prstGeom>
          <a:solidFill>
            <a:srgbClr val="5F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022592" y="2487168"/>
            <a:ext cx="365760" cy="320040"/>
          </a:xfrm>
          <a:prstGeom prst="rightArrow">
            <a:avLst/>
          </a:prstGeom>
          <a:solidFill>
            <a:srgbClr val="5F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308592" y="2487168"/>
            <a:ext cx="365760" cy="320040"/>
          </a:xfrm>
          <a:prstGeom prst="rightArrow">
            <a:avLst/>
          </a:prstGeom>
          <a:solidFill>
            <a:srgbClr val="5F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160520"/>
            <a:ext cx="480060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160520"/>
            <a:ext cx="73152" cy="114300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3251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Process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78231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fork / exec-family / waitpid (as implemented)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160520"/>
            <a:ext cx="4800600" cy="11430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4160520"/>
            <a:ext cx="73152" cy="114300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43251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Result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4782312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Anonymous pipe carries execution-result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Job records: data/jobs.db     •     Per-job logs: logs/job_&lt;id&gt;.log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From user input to recorded execution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68B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0136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Choose 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9164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68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80136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Enter future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9164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32B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2B7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80136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Validate + save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9164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801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68B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7" y="180136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Monitor due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2D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472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D68B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44728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Execute approved program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33756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32B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79" y="34472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2B7B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344728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Capture output / exit code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37560"/>
            <a:ext cx="2468880" cy="960120"/>
          </a:xfrm>
          <a:prstGeom prst="roundRect">
            <a:avLst/>
          </a:prstGeom>
          <a:solidFill>
            <a:srgbClr val="EFF5FB"/>
          </a:solidFill>
          <a:ln>
            <a:solidFill>
              <a:srgbClr val="32B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472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32B7B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447288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32341"/>
                </a:solidFill>
                <a:latin typeface="Aptos"/>
              </a:defRPr>
            </a:pPr>
            <a:r>
              <a:t>Update status +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BE4646"/>
                </a:solidFill>
                <a:latin typeface="Aptos"/>
              </a:defRPr>
            </a:pPr>
            <a:r>
              <a:t>Important limitation: after the foreground application exits, it no longer checks pending jobs.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Technologies &amp; Implementation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Tools and interfaces used in the supplied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C11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Modular application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73152" cy="141732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19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GCC + GNU 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1762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Build and link C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544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554480"/>
            <a:ext cx="73152" cy="141732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7190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Ubuntu / WSL2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762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Linux development and execution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83280"/>
            <a:ext cx="73152" cy="1417320"/>
          </a:xfrm>
          <a:prstGeom prst="rect">
            <a:avLst/>
          </a:prstGeom>
          <a:solidFill>
            <a:srgbClr val="23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478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POSIX/Linux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050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Process control, file operations, polling and pipes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3832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383280"/>
            <a:ext cx="73152" cy="14173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5478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POSIX threads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0050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Worker-thread lifecycle for due jobs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383280"/>
            <a:ext cx="342900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383280"/>
            <a:ext cx="73152" cy="141732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5478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Shell test scripts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005072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Integration and verification test suites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32341"/>
                </a:solidFill>
                <a:latin typeface="Aptos"/>
              </a:defRPr>
            </a:pPr>
            <a:r>
              <a:t>Build command: make clean  →  make     |     Run target: make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Implementation Demo: Scheduling a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Actual screenshot from the supplied project ZIP</a:t>
            </a:r>
          </a:p>
        </p:txBody>
      </p:sp>
      <p:pic>
        <p:nvPicPr>
          <p:cNvPr id="6" name="Picture 5" descr="Schedule_Echo_Job13_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2226451"/>
            <a:ext cx="8046720" cy="3136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F6A78"/>
                </a:solidFill>
                <a:latin typeface="Aptos"/>
              </a:defRPr>
            </a:pPr>
            <a:r>
              <a:t>Example: scheduling an echo job and receiving a PENDING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Execution Results &amp;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Real evidence included in the project package</a:t>
            </a:r>
          </a:p>
        </p:txBody>
      </p:sp>
      <p:pic>
        <p:nvPicPr>
          <p:cNvPr id="6" name="Picture 5" descr="Job13_Echo_Execution_ExitCo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60035"/>
            <a:ext cx="5212080" cy="2566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669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F6A78"/>
                </a:solidFill>
                <a:latin typeface="Aptos"/>
              </a:defRPr>
            </a:pPr>
            <a:r>
              <a:t>Echo execution • exit code 0</a:t>
            </a:r>
          </a:p>
        </p:txBody>
      </p:sp>
      <p:pic>
        <p:nvPicPr>
          <p:cNvPr id="8" name="Picture 7" descr="Job13_Echo_Completion_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93209"/>
            <a:ext cx="5212080" cy="3100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5669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5F6A78"/>
                </a:solidFill>
                <a:latin typeface="Aptos"/>
              </a:defRPr>
            </a:pPr>
            <a:r>
              <a:t>Completion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32341"/>
                </a:solidFill>
                <a:latin typeface="Aptos"/>
              </a:defRPr>
            </a:pPr>
            <a:r>
              <a:t>Job output and status are recorded for later inspection.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The ZIP includes automated tests and captured verification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3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Build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Strict compiler flags enabled; build completed with no warnings/errors in the recorded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23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673351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13055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Recorded output: scheduler integration tests and detailed verification tests passed.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32341"/>
                </a:solidFill>
                <a:latin typeface="Aptos"/>
              </a:defRPr>
            </a:pPr>
            <a:r>
              <a:t>Coverage represented in the supplied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Successful commands: date, echo, true (exit code 0).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Expected failure case: false (exit code 1; job marked Failed).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Invalid program/time, cancellation, corrupt records and boundary inputs.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Restart/persistence, process-failure handling and memory diagnostics.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Test claims are based on the included audit-verification.md and verification-evidence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32341"/>
                </a:solidFill>
                <a:latin typeface="Aptos"/>
              </a:defRPr>
            </a:pPr>
            <a:r>
              <a:t>Results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A78"/>
                </a:solidFill>
                <a:latin typeface="Aptos"/>
              </a:defRPr>
            </a:pPr>
            <a:r>
              <a:t>What the project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2D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Functional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Schedules approved programs, tracks job states, captures output and stores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747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32B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7335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Learning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Connects C programming with process control, IPC, file I/O, validation and thread lifecycle.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74720" cy="1828800"/>
          </a:xfrm>
          <a:prstGeom prst="roundRect">
            <a:avLst/>
          </a:prstGeom>
          <a:solidFill>
            <a:srgbClr val="EFF5FB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23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7335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32341"/>
                </a:solidFill>
                <a:latin typeface="Aptos"/>
              </a:defRPr>
            </a:pPr>
            <a:r>
              <a:t>Safety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1305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32B37"/>
                </a:solidFill>
                <a:latin typeface="Aptos"/>
              </a:defRPr>
            </a:pPr>
            <a:r>
              <a:t>Uses an allowlist instead of arbitrary shell commands; reports real exit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32341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One-time jobs only; scheduler must remain open.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Restricted to date, echo, true and false.</a:t>
            </a:r>
          </a:p>
          <a:p>
            <a:pPr>
              <a:spcAft>
                <a:spcPts val="1200"/>
              </a:spcAft>
              <a:defRPr sz="1600">
                <a:solidFill>
                  <a:srgbClr val="232B37"/>
                </a:solidFill>
                <a:latin typeface="Aptos"/>
              </a:defRPr>
            </a:pPr>
            <a:r>
              <a:t>•  Does not implement the Linux kernel scheduler or a background daemon.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6F2"/>
                </a:solidFill>
                <a:latin typeface="Aptos"/>
              </a:defRPr>
            </a:pPr>
            <a:r>
              <a:t>The project delivers an educational Linux scheduler prototype that combines scheduled-time checks, process execution, result communication, persistent job records, and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2B7B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Background service / daemon support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Recurring schedules and priorities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Improved concurrency and notifications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More user-friendly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788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347472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32B7BE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2179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DE1"/>
                </a:solidFill>
                <a:latin typeface="Aptos"/>
              </a:defRPr>
            </a:pPr>
            <a:r>
              <a:t>Linux Job Scheduler and Task Automation System • K L (Deemed to be)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F6A78"/>
                </a:solidFill>
                <a:latin typeface="Aptos"/>
              </a:defRPr>
            </a:pPr>
            <a:r>
              <a:t>Linux Job Scheduler and Task Automation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F6A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